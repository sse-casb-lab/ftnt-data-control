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5EEC-7DDC-8F01-ABA7-8FF6E693B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4AA0B-01CF-579E-24BD-6F79222ED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404B7-4D55-9DE2-C04D-1DBBF6CF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D1CFB-BDE3-5018-9FAE-E3501B8B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E1162-1E70-01AB-6B3B-10D366B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1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1968-8F7A-11FE-7F94-FEFF5C9C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9744-477E-0C78-A70D-4025EA7F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B6B-B389-5DA7-2317-E740FEA3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DD2C-49D7-8FB5-7297-ED9CF708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E07C-D67D-2DB1-C399-BA47144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C72A-D8F3-4B99-2625-936F7F82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55453-AA17-25B6-0A0A-955A40ECD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442A3-4FD3-3B8E-DABC-0DB183772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CFD2-4859-CE57-D115-B4FA0C32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3E00D-8C9F-5F2D-9084-7E0B5D2F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4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4B58-0EB5-2BE4-9FB0-BF887F0C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3069A-71D7-ECE5-AA19-839F7ED93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8D150-5ABE-7B96-0EF8-FEA2BC7DA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33674-2157-2D2D-77D8-63C6A9AA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1D4CC-31FA-775C-4EA3-B3C3AFCB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7A971-03B3-202D-FA10-4C1C9072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4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0D5C-C83A-A975-37AB-FEA30AC8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5A55F-F636-E0D8-EECB-510071A25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E8031-FAF7-99FD-B404-932A93B7C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055DE-A11F-5476-15BE-9F586EB7B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BDB95-E4E8-B4A3-5897-B3EEC88A0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6665F-0A01-EE8F-CA78-E4CD33E9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82635-CA11-9430-7209-D57913C4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6E973-549F-249D-7E5D-55B4867A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6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C4A1-2A5D-9611-76DC-2183C904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C17ED-118C-8755-449F-743459DD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8E36D-3406-825C-0DC1-1AFDA37AB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8D2F0-62AF-0642-0F6A-BB33A957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3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7DFF4-EFF2-FDF6-4F8D-9D644901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48F04-5A55-2ADD-2FEC-1297D8E1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D81AE-81BC-E3F2-EF15-51D502BF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4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B120-7E68-0D0A-E341-AB56D15E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35C4-D474-58F1-B84D-05E7818F4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9D41-688D-4FB1-F29D-8D59C3800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7E459-1C46-E72E-0D56-93FC98C6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7EA3A-614E-A6D3-8CA6-16E37A9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9F3A6-077A-56CF-DA86-F5AD31C0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689B-D4CE-8344-5178-D6D9ADD12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D8AA6-A49E-F035-5B27-B6338677A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05A81-AF12-F51E-24E4-DD3FC61A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A383C-0B74-6D00-256B-B67F6825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B665C-E3CA-40F6-9CE7-3C7F63EC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88884-AA16-7B24-3AA9-36566A2D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8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4C02A-CC67-9B2A-C039-4CD7CD44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1E6F8-4031-6E8A-2377-196FB2EF9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0F374-B8BB-84FE-32DC-8D83B8C4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DF57-AFE9-F79C-00E5-17B365DC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6026D-D5F2-F5E3-BE36-F328A6FD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5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6CBB0-6ED4-2C6B-DF3A-0B6BD2C7C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85487-7A5E-FBFF-5AB4-C00251EFA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7E70-6937-9BF1-7502-394A0CA9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FA37C-C106-D414-11BD-C2D62AD7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5527-AAC1-0D40-93F8-7ABC7A4F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6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4EF39-157B-034B-29BB-AA2E5FC9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4F300-A2F4-F6D6-EC83-D4C779BEE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E9EF-57D7-DF94-DF34-7716C3400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9BB62-89F7-4644-921E-4E541560756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7BBCD-7CD1-2FFD-951D-963115A84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1AED7-BFAA-1D56-C070-BC23B5A9B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7E5A5-D25F-4B3C-85BB-00D27FC21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38B2-8B71-CFB1-3400-497B2D22A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Employee Records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B41B2-FDC6-8D99-D045-AFE66BD8A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570C-0A13-5645-3B3A-79EAE45A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6580-F1FA-0055-857B-C4E19C8426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1. Employee ID: EMP-10000</a:t>
            </a:r>
          </a:p>
          <a:p>
            <a:endParaRPr lang="en-US" dirty="0"/>
          </a:p>
          <a:p>
            <a:r>
              <a:rPr lang="en-US" dirty="0"/>
              <a:t>Name: Jennifer Julian Francis</a:t>
            </a:r>
          </a:p>
          <a:p>
            <a:r>
              <a:rPr lang="en-US" dirty="0"/>
              <a:t>Global UID: 291e59c1-871a-4e8e-b8c3-67f98f81af72</a:t>
            </a:r>
          </a:p>
          <a:p>
            <a:r>
              <a:rPr lang="en-US" dirty="0"/>
              <a:t>Status: On Leave</a:t>
            </a:r>
          </a:p>
          <a:p>
            <a:r>
              <a:rPr lang="en-US" dirty="0"/>
              <a:t>SSN/National ID: 273-64-0709</a:t>
            </a:r>
          </a:p>
          <a:p>
            <a:r>
              <a:rPr lang="en-US" dirty="0"/>
              <a:t>Passport: OH7064141 | Driver’s License: M7328875</a:t>
            </a:r>
          </a:p>
          <a:p>
            <a:r>
              <a:rPr lang="en-US" dirty="0"/>
              <a:t>DOB: 08/13/1961 | Place of Birth: East Diana</a:t>
            </a:r>
          </a:p>
          <a:p>
            <a:r>
              <a:rPr lang="en-US" dirty="0"/>
              <a:t>Gender: Male | Marital Status: Widowed | Nationality: United States</a:t>
            </a:r>
          </a:p>
          <a:p>
            <a:r>
              <a:rPr lang="en-US" dirty="0"/>
              <a:t>Contact: jbaker@yahoo.com</a:t>
            </a:r>
          </a:p>
          <a:p>
            <a:r>
              <a:rPr lang="en-US" dirty="0"/>
              <a:t> | jennifer.francis@corp-internal.com</a:t>
            </a:r>
          </a:p>
          <a:p>
            <a:r>
              <a:rPr lang="en-US" dirty="0"/>
              <a:t>Phone: 44307000000 | +44(0)20 7496 0673</a:t>
            </a:r>
          </a:p>
          <a:p>
            <a:r>
              <a:rPr lang="en-US" dirty="0"/>
              <a:t>Address: 2875 Baker Mount, </a:t>
            </a:r>
            <a:r>
              <a:rPr lang="en-US" dirty="0" err="1"/>
              <a:t>Weberport</a:t>
            </a:r>
            <a:r>
              <a:rPr lang="en-US" dirty="0"/>
              <a:t>, OK, 25871, USA</a:t>
            </a:r>
          </a:p>
          <a:p>
            <a:r>
              <a:rPr lang="en-US" dirty="0"/>
              <a:t>Job Title: </a:t>
            </a:r>
            <a:r>
              <a:rPr lang="en-US" dirty="0" err="1"/>
              <a:t>Haematologist</a:t>
            </a:r>
            <a:r>
              <a:rPr lang="en-US" dirty="0"/>
              <a:t> | Department: Legal</a:t>
            </a:r>
          </a:p>
          <a:p>
            <a:r>
              <a:rPr lang="en-US" dirty="0"/>
              <a:t>Manager: Dennis Jones | Hire Date: 06/25/2023</a:t>
            </a:r>
          </a:p>
          <a:p>
            <a:r>
              <a:rPr lang="en-US" dirty="0"/>
              <a:t>Salary: $49,698 | Bonus: 19%</a:t>
            </a:r>
          </a:p>
          <a:p>
            <a:r>
              <a:rPr lang="en-US" dirty="0"/>
              <a:t>Bank Details: Routing - 91234788 | Account - MRBE49084513622368</a:t>
            </a:r>
          </a:p>
          <a:p>
            <a:r>
              <a:rPr lang="en-US" dirty="0"/>
              <a:t>Emergency Contact: Mrs. Shelby Williams (0808 1570065)</a:t>
            </a:r>
          </a:p>
          <a:p>
            <a:r>
              <a:rPr lang="en-US" dirty="0"/>
              <a:t>Insurance Policy: GRP-187128</a:t>
            </a:r>
          </a:p>
          <a:p>
            <a:r>
              <a:rPr lang="en-US" dirty="0"/>
              <a:t>DLP Label: Confidential - Internal Use Only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C0357-4E82-1142-62B8-FEC7A417F2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2. Employee ID: EMP-10001</a:t>
            </a:r>
          </a:p>
          <a:p>
            <a:endParaRPr lang="en-US" dirty="0"/>
          </a:p>
          <a:p>
            <a:r>
              <a:rPr lang="en-US" dirty="0"/>
              <a:t>Name: Damien Nicole Martin</a:t>
            </a:r>
          </a:p>
          <a:p>
            <a:r>
              <a:rPr lang="en-US" dirty="0"/>
              <a:t>Global UID: 4c225f30-8ce0-4f90-8ffa-1e5abaa9bf00</a:t>
            </a:r>
          </a:p>
          <a:p>
            <a:r>
              <a:rPr lang="en-US" dirty="0"/>
              <a:t>Status: On Leave</a:t>
            </a:r>
          </a:p>
          <a:p>
            <a:r>
              <a:rPr lang="en-US" dirty="0"/>
              <a:t>SSN/National ID: ZZ 97 63 60 T</a:t>
            </a:r>
          </a:p>
          <a:p>
            <a:r>
              <a:rPr lang="en-US" dirty="0"/>
              <a:t>Passport: OX6214787 | Driver’s License: Z6915703</a:t>
            </a:r>
          </a:p>
          <a:p>
            <a:r>
              <a:rPr lang="en-US" dirty="0"/>
              <a:t>DOB: 09/08/1968 | Place of Birth: </a:t>
            </a:r>
            <a:r>
              <a:rPr lang="en-US" dirty="0" err="1"/>
              <a:t>Edwinside</a:t>
            </a:r>
            <a:endParaRPr lang="en-US" dirty="0"/>
          </a:p>
          <a:p>
            <a:r>
              <a:rPr lang="en-US" dirty="0"/>
              <a:t>Gender: Non-Binary | Marital Status: Single | Nationality: United States</a:t>
            </a:r>
          </a:p>
          <a:p>
            <a:r>
              <a:rPr lang="en-US" dirty="0"/>
              <a:t>Contact: marcscott@hotmail.co.uk</a:t>
            </a:r>
          </a:p>
          <a:p>
            <a:r>
              <a:rPr lang="en-US" dirty="0"/>
              <a:t> | damien.martin@corp-internal.com</a:t>
            </a:r>
          </a:p>
          <a:p>
            <a:r>
              <a:rPr lang="en-US" dirty="0"/>
              <a:t>Phone: 505-362-3254 | (739) 839-4138</a:t>
            </a:r>
          </a:p>
          <a:p>
            <a:r>
              <a:rPr lang="en-US" dirty="0"/>
              <a:t>Address: 7 Joel Centers, Lake </a:t>
            </a:r>
            <a:r>
              <a:rPr lang="en-US" dirty="0" err="1"/>
              <a:t>Johnmouth</a:t>
            </a:r>
            <a:r>
              <a:rPr lang="en-US" dirty="0"/>
              <a:t>, HI, 47297, USA</a:t>
            </a:r>
          </a:p>
          <a:p>
            <a:r>
              <a:rPr lang="en-US" dirty="0"/>
              <a:t>Job Title: Catering Manager | Department: Legal</a:t>
            </a:r>
          </a:p>
          <a:p>
            <a:r>
              <a:rPr lang="en-US" dirty="0"/>
              <a:t>Manager: Debra Johnson | Hire Date: 03/26/2024</a:t>
            </a:r>
          </a:p>
          <a:p>
            <a:r>
              <a:rPr lang="en-US" dirty="0"/>
              <a:t>Salary: $109,519 | Bonus: 18%</a:t>
            </a:r>
          </a:p>
          <a:p>
            <a:r>
              <a:rPr lang="en-US" dirty="0"/>
              <a:t>Bank Details: Routing - 103291541 | Account - QLUU43933087841076</a:t>
            </a:r>
          </a:p>
          <a:p>
            <a:r>
              <a:rPr lang="en-US" dirty="0"/>
              <a:t>Emergency Contact: Sylvia Moore ((920) 497-4254)</a:t>
            </a:r>
          </a:p>
          <a:p>
            <a:r>
              <a:rPr lang="en-US" dirty="0"/>
              <a:t>Insurance Policy: GRP-382607</a:t>
            </a:r>
          </a:p>
          <a:p>
            <a:r>
              <a:rPr lang="en-US" dirty="0"/>
              <a:t>DLP Label: Confidential - Internal Use 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02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341F-828D-C030-BDA8-0E1EE5E8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D3F2F-5EB0-14C4-7748-22FEE8F167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3. Employee ID: EMP-10002</a:t>
            </a:r>
          </a:p>
          <a:p>
            <a:endParaRPr lang="en-US" dirty="0"/>
          </a:p>
          <a:p>
            <a:r>
              <a:rPr lang="en-US" dirty="0"/>
              <a:t>Name: Jennifer Jimmy Randall</a:t>
            </a:r>
          </a:p>
          <a:p>
            <a:r>
              <a:rPr lang="en-US" dirty="0"/>
              <a:t>Global UID: 8e0cb200-9daa-486b-800f-4748599cf623</a:t>
            </a:r>
          </a:p>
          <a:p>
            <a:r>
              <a:rPr lang="en-US" dirty="0"/>
              <a:t>Status: On Leave</a:t>
            </a:r>
          </a:p>
          <a:p>
            <a:r>
              <a:rPr lang="en-US" dirty="0"/>
              <a:t>SSN/National ID: ZZ 74 13 03 T</a:t>
            </a:r>
          </a:p>
          <a:p>
            <a:r>
              <a:rPr lang="en-US" dirty="0"/>
              <a:t>Passport: KE1508779 | Driver’s License: L7670530</a:t>
            </a:r>
          </a:p>
          <a:p>
            <a:r>
              <a:rPr lang="en-US" dirty="0"/>
              <a:t>DOB: 11/27/1982 | Place of Birth: Port </a:t>
            </a:r>
            <a:r>
              <a:rPr lang="en-US" dirty="0" err="1"/>
              <a:t>Jackhaven</a:t>
            </a:r>
            <a:endParaRPr lang="en-US" dirty="0"/>
          </a:p>
          <a:p>
            <a:r>
              <a:rPr lang="en-US" dirty="0"/>
              <a:t>Gender: Prefer not to say | Marital Status: Widowed | Nationality: United Kingdom</a:t>
            </a:r>
          </a:p>
          <a:p>
            <a:r>
              <a:rPr lang="en-US" dirty="0"/>
              <a:t>Contact: martyn02@outlook.com</a:t>
            </a:r>
          </a:p>
          <a:p>
            <a:r>
              <a:rPr lang="en-US" dirty="0"/>
              <a:t> | jennifer.randall@corp-internal.com</a:t>
            </a:r>
          </a:p>
          <a:p>
            <a:r>
              <a:rPr lang="en-US" dirty="0"/>
              <a:t>Phone: +44(0)151 4960440 | 9098790439</a:t>
            </a:r>
          </a:p>
          <a:p>
            <a:r>
              <a:rPr lang="en-US" dirty="0"/>
              <a:t>Address: 5703 Estes Gardens, </a:t>
            </a:r>
            <a:r>
              <a:rPr lang="en-US" dirty="0" err="1"/>
              <a:t>Gillespieshire</a:t>
            </a:r>
            <a:r>
              <a:rPr lang="en-US" dirty="0"/>
              <a:t>, NE, 6364, USA</a:t>
            </a:r>
          </a:p>
          <a:p>
            <a:r>
              <a:rPr lang="en-US" dirty="0"/>
              <a:t>Job Title: </a:t>
            </a:r>
            <a:r>
              <a:rPr lang="en-US" dirty="0" err="1"/>
              <a:t>Phytotherapist</a:t>
            </a:r>
            <a:r>
              <a:rPr lang="en-US" dirty="0"/>
              <a:t> | Department: Legal</a:t>
            </a:r>
          </a:p>
          <a:p>
            <a:r>
              <a:rPr lang="en-US" dirty="0"/>
              <a:t>Manager: Jeremy Murphy | Hire Date: 11/03/2018</a:t>
            </a:r>
          </a:p>
          <a:p>
            <a:r>
              <a:rPr lang="en-US" dirty="0"/>
              <a:t>Salary: $126,679 | Bonus: 20%</a:t>
            </a:r>
          </a:p>
          <a:p>
            <a:r>
              <a:rPr lang="en-US" dirty="0"/>
              <a:t>Bank Details: Routing - 37170738 | Account - HZGC88845724069945</a:t>
            </a:r>
          </a:p>
          <a:p>
            <a:r>
              <a:rPr lang="en-US" dirty="0"/>
              <a:t>Emergency Contact: Ellen Palmer ((029) 2018763)</a:t>
            </a:r>
          </a:p>
          <a:p>
            <a:r>
              <a:rPr lang="en-US" dirty="0"/>
              <a:t>Insurance Policy: GRP-410759</a:t>
            </a:r>
          </a:p>
          <a:p>
            <a:r>
              <a:rPr lang="en-US" dirty="0"/>
              <a:t>DLP Label: Confidential - Internal Use Only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1B9B6-8432-1452-94AE-1E74CD2A02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4. Employee ID: EMP-10003</a:t>
            </a:r>
          </a:p>
          <a:p>
            <a:endParaRPr lang="en-US" dirty="0"/>
          </a:p>
          <a:p>
            <a:r>
              <a:rPr lang="en-US" dirty="0"/>
              <a:t>Name: Justin David Clark</a:t>
            </a:r>
          </a:p>
          <a:p>
            <a:r>
              <a:rPr lang="en-US" dirty="0"/>
              <a:t>Global UID: 322230e3-c4f4-43ac-83e0-df4bfca73cfe</a:t>
            </a:r>
          </a:p>
          <a:p>
            <a:r>
              <a:rPr lang="en-US" dirty="0"/>
              <a:t>Status: On Leave</a:t>
            </a:r>
          </a:p>
          <a:p>
            <a:r>
              <a:rPr lang="en-US" dirty="0"/>
              <a:t>SSN/National ID: 123-35-2463</a:t>
            </a:r>
          </a:p>
          <a:p>
            <a:r>
              <a:rPr lang="en-US" dirty="0"/>
              <a:t>Passport: OT8747257 | Driver’s License: P4117872</a:t>
            </a:r>
          </a:p>
          <a:p>
            <a:r>
              <a:rPr lang="en-US" dirty="0"/>
              <a:t>DOB: 09/15/1985 | Place of Birth: </a:t>
            </a:r>
            <a:r>
              <a:rPr lang="en-US" dirty="0" err="1"/>
              <a:t>Murphyberg</a:t>
            </a:r>
            <a:endParaRPr lang="en-US" dirty="0"/>
          </a:p>
          <a:p>
            <a:r>
              <a:rPr lang="en-US" dirty="0"/>
              <a:t>Gender: Non-Binary | Marital Status: Divorced | Nationality: United States</a:t>
            </a:r>
          </a:p>
          <a:p>
            <a:r>
              <a:rPr lang="en-US" dirty="0"/>
              <a:t>Contact: taylormark@gmail.com</a:t>
            </a:r>
          </a:p>
          <a:p>
            <a:r>
              <a:rPr lang="en-US" dirty="0"/>
              <a:t> | justin.clark@corp-internal.com</a:t>
            </a:r>
          </a:p>
          <a:p>
            <a:r>
              <a:rPr lang="en-US" dirty="0"/>
              <a:t>Phone: +44(0)131 4960046 | (0191) 4960555</a:t>
            </a:r>
          </a:p>
          <a:p>
            <a:r>
              <a:rPr lang="en-US" dirty="0"/>
              <a:t>Address: 687 Jacob Locks, </a:t>
            </a:r>
            <a:r>
              <a:rPr lang="en-US" dirty="0" err="1"/>
              <a:t>Millsside</a:t>
            </a:r>
            <a:r>
              <a:rPr lang="en-US" dirty="0"/>
              <a:t>, WA, 97274, USA</a:t>
            </a:r>
          </a:p>
          <a:p>
            <a:r>
              <a:rPr lang="en-US" dirty="0"/>
              <a:t>Job Title: Forensic Scientist | Department: Sales</a:t>
            </a:r>
          </a:p>
          <a:p>
            <a:r>
              <a:rPr lang="en-US" dirty="0"/>
              <a:t>Manager: Elaine Owen | Hire Date: 09/25/2023</a:t>
            </a:r>
          </a:p>
          <a:p>
            <a:r>
              <a:rPr lang="en-US" dirty="0"/>
              <a:t>Salary: $96,121 | Bonus: 5%</a:t>
            </a:r>
          </a:p>
          <a:p>
            <a:r>
              <a:rPr lang="en-US" dirty="0"/>
              <a:t>Bank Details: Routing - 19816049 | Account - LPQD68397687606482</a:t>
            </a:r>
          </a:p>
          <a:p>
            <a:r>
              <a:rPr lang="en-US" dirty="0"/>
              <a:t>Emergency Contact: Pauline Campbell (+44(0)1632 960197)</a:t>
            </a:r>
          </a:p>
          <a:p>
            <a:r>
              <a:rPr lang="en-US" dirty="0"/>
              <a:t>Insurance Policy: GRP-323344</a:t>
            </a:r>
          </a:p>
          <a:p>
            <a:r>
              <a:rPr lang="en-US" dirty="0"/>
              <a:t>DLP Label: Confidential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3987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5DAF-9960-8D90-D34C-7AD65CAE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6E297-AAEA-AB3A-F3A7-0FF5E9E6B3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5. Employee ID: EMP-10004</a:t>
            </a:r>
          </a:p>
          <a:p>
            <a:endParaRPr lang="en-US" dirty="0"/>
          </a:p>
          <a:p>
            <a:r>
              <a:rPr lang="en-US" dirty="0"/>
              <a:t>Name: Leslie Sylvia Coleman</a:t>
            </a:r>
          </a:p>
          <a:p>
            <a:r>
              <a:rPr lang="en-US" dirty="0"/>
              <a:t>Global UID: e9baacf0-a910-4e60-a2a1-3a2abb909b89</a:t>
            </a:r>
          </a:p>
          <a:p>
            <a:r>
              <a:rPr lang="en-US" dirty="0"/>
              <a:t>Status: Active</a:t>
            </a:r>
          </a:p>
          <a:p>
            <a:r>
              <a:rPr lang="en-US" dirty="0"/>
              <a:t>SSN/National ID: 125-25-8285</a:t>
            </a:r>
          </a:p>
          <a:p>
            <a:r>
              <a:rPr lang="en-US" dirty="0"/>
              <a:t>Passport: WH4313113 | Driver’s License: M5110990</a:t>
            </a:r>
          </a:p>
          <a:p>
            <a:r>
              <a:rPr lang="en-US" dirty="0"/>
              <a:t>DOB: 01/15/1983 | Place of Birth: </a:t>
            </a:r>
            <a:r>
              <a:rPr lang="en-US" dirty="0" err="1"/>
              <a:t>Leebury</a:t>
            </a:r>
            <a:endParaRPr lang="en-US" dirty="0"/>
          </a:p>
          <a:p>
            <a:r>
              <a:rPr lang="en-US" dirty="0"/>
              <a:t>Gender: Male | Marital Status: Widowed | Nationality: United States</a:t>
            </a:r>
          </a:p>
          <a:p>
            <a:r>
              <a:rPr lang="en-US" dirty="0"/>
              <a:t>Contact: carolflores@gmail.com</a:t>
            </a:r>
          </a:p>
          <a:p>
            <a:r>
              <a:rPr lang="en-US" dirty="0"/>
              <a:t> | leslie.coleman@corp-internal.com</a:t>
            </a:r>
          </a:p>
          <a:p>
            <a:r>
              <a:rPr lang="en-US" dirty="0"/>
              <a:t>Phone: +44(0)121 4960155 | +44(0)151 4960230</a:t>
            </a:r>
          </a:p>
          <a:p>
            <a:r>
              <a:rPr lang="en-US" dirty="0"/>
              <a:t>Address: 513 Nelson Hollow Suite 157, </a:t>
            </a:r>
            <a:r>
              <a:rPr lang="en-US" dirty="0" err="1"/>
              <a:t>Mathischester</a:t>
            </a:r>
            <a:r>
              <a:rPr lang="en-US" dirty="0"/>
              <a:t>, DE, 12409, USA</a:t>
            </a:r>
          </a:p>
          <a:p>
            <a:r>
              <a:rPr lang="en-US" dirty="0"/>
              <a:t>Job Title: Historic Buildings Inspector / Conservation Officer | Department: Engineering</a:t>
            </a:r>
          </a:p>
          <a:p>
            <a:r>
              <a:rPr lang="en-US" dirty="0"/>
              <a:t>Manager: Kristin Morse | Hire Date: 04/02/2024</a:t>
            </a:r>
          </a:p>
          <a:p>
            <a:r>
              <a:rPr lang="en-US" dirty="0"/>
              <a:t>Salary: $172,384 | Bonus: 16%</a:t>
            </a:r>
          </a:p>
          <a:p>
            <a:r>
              <a:rPr lang="en-US" dirty="0"/>
              <a:t>Bank Details: Routing - 50264935 | Account - QSUE52609220645028</a:t>
            </a:r>
          </a:p>
          <a:p>
            <a:r>
              <a:rPr lang="en-US" dirty="0"/>
              <a:t>Emergency Contact: Dr. Lynda Blake (001-721-754-4787 ext. 69257)</a:t>
            </a:r>
          </a:p>
          <a:p>
            <a:r>
              <a:rPr lang="en-US" dirty="0"/>
              <a:t>Insurance Policy: GRP-970185</a:t>
            </a:r>
          </a:p>
          <a:p>
            <a:r>
              <a:rPr lang="en-US" dirty="0"/>
              <a:t>DLP Label: Confidential - Internal Use Only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DAC8A-CC5A-4564-86F1-F3C45E3637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1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101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Employee Records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Records</dc:title>
  <dc:creator>Sujita Pandey</dc:creator>
  <cp:lastModifiedBy>Sujita Pandey</cp:lastModifiedBy>
  <cp:revision>1</cp:revision>
  <dcterms:created xsi:type="dcterms:W3CDTF">2026-05-05T10:33:55Z</dcterms:created>
  <dcterms:modified xsi:type="dcterms:W3CDTF">2026-05-05T10:33:57Z</dcterms:modified>
</cp:coreProperties>
</file>